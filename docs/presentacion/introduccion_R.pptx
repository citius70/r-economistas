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274320"/>
            <a:ext cx="2011680" cy="201168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822960"/>
            <a:ext cx="1463040" cy="1463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2880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estadístico y programación con 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Grado Universitario  •  Estadística e Informática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R?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" cy="42291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51560"/>
            <a:ext cx="8503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es un lenguaje de programación y entorno de software libre especialmente diseñado para el análisis estadístico, visualización de datos y computación científica.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331720"/>
            <a:ext cx="265176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Libre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abierto y gratuito, con comunidad global activa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2331720"/>
            <a:ext cx="265176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Potentes herramientas para análisis de datos complejos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331720"/>
            <a:ext cx="2651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2331720"/>
            <a:ext cx="2651760" cy="3200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743200"/>
            <a:ext cx="2377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de alta calidad para publicaciones científicas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114800" cy="45720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Instalar R (Base)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783080"/>
            <a:ext cx="320040" cy="320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cran.r-project.org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320040" cy="320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tu sistema operativo (Windows / macOS / Linux)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3154680"/>
            <a:ext cx="320040" cy="320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 instala la versión más reciente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114800" cy="45720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92040" y="1097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Instalar RStudio (IDE)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846320" y="1783080"/>
            <a:ext cx="320040" cy="320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 posit.co/download/rstudio-desktop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2468880"/>
            <a:ext cx="320040" cy="320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468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2423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RStudio Desktop (gratuito)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3154680"/>
            <a:ext cx="320040" cy="320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154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5780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después de R base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20040" cy="32004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57800" y="37947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en la nube: Posit Cloud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4572000"/>
            <a:ext cx="8503920" cy="411480"/>
          </a:xfrm>
          <a:prstGeom prst="rect">
            <a:avLst/>
          </a:prstGeom>
          <a:solidFill>
            <a:srgbClr val="CADCF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RStudio necesita que R base esté instalado previamente.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en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114800" cy="36576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97480" y="1188720"/>
            <a:ext cx="164592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/ FALSE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booleanos. Resultado de comparaciones.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1430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4114800" cy="365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4608" y="11430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32320" y="1188720"/>
            <a:ext cx="164592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0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5L, -3L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16002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enteros. Se indica con L al final.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971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971800"/>
            <a:ext cx="4114800" cy="3657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numeric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97480" y="3017520"/>
            <a:ext cx="164592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3.14, -2.5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Números reales (decimales). El tipo más usado.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2971800"/>
            <a:ext cx="411480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2971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132320" y="3017520"/>
            <a:ext cx="1645920" cy="2743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"hola", "R"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92040" y="34290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Cadenas de texto. Van entre comillas.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 y Matrices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Vectores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73152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63040"/>
            <a:ext cx="4023360" cy="1828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&lt;- c(1, 2, 3, 4, 5)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56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v[2]       # → 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591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v[1:3]     # → 1 2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76148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length(v)  # → 5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38328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con </a:t>
            </a:r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c()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 por posición con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Operaciones vectoriales automáticas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54880" y="1024128"/>
            <a:ext cx="731520" cy="5486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463040"/>
            <a:ext cx="4114800" cy="18288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5544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&lt;- matrix(1:9, nrow=3)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95681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m[2,3]      # fila 2, col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3591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t(m)        # transpuesta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7614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%*% m     # producto matricial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3383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con </a:t>
            </a:r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matrix()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Acceso con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[fila, columna]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Álgebra matricial completa disponible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 Frame es la estructura más utilizada en R para análisis de datos. Similar a una hoja Excel: filas = individuos, columnas = variables (pueden ser de distinto tipo).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828800"/>
            <a:ext cx="1920240" cy="347472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40280" y="1828800"/>
            <a:ext cx="1371600" cy="347472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1828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11880" y="1828800"/>
            <a:ext cx="1371600" cy="347472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18288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83480" y="1828800"/>
            <a:ext cx="1645920" cy="347472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8288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2176272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7627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40280" y="2176272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40280" y="2176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11880" y="2176272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11880" y="2176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83480" y="2176272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17627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2523744"/>
            <a:ext cx="192024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523744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40280" y="2523744"/>
            <a:ext cx="137160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5237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11880" y="2523744"/>
            <a:ext cx="137160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252374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83480" y="2523744"/>
            <a:ext cx="1645920" cy="347472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25237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20040" y="2871216"/>
            <a:ext cx="19202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871216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240280" y="2871216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240280" y="28712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11880" y="2871216"/>
            <a:ext cx="13716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11880" y="287121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83480" y="2871216"/>
            <a:ext cx="1645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287121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0" y="1783080"/>
            <a:ext cx="4206240" cy="22860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18745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&lt;- data.frame(Nombre=c("Ana","Luis"), Edad=c(21,23), Nota=c(8.5,5.1))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9160" y="23865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df$Nota          # acceder a columna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09160" y="2898648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summary(df)      # resumen estadístico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709160" y="341071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nrow(df)         # número de filas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0040" y="416052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columnas con </a:t>
            </a:r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 filas: </a:t>
            </a:r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df[df$Nota &gt; 5,]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Combinar con otros data frames: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merge()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Funciones Estadísticas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4846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515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mean(x)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0515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aritmética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8463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8132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median(x)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4813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911096"/>
            <a:ext cx="4846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91109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sd(x)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191109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típica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2340864"/>
            <a:ext cx="48463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408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var(x)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3408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Varianza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770632"/>
            <a:ext cx="4846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7063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sum(x)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0" y="2770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200400"/>
            <a:ext cx="48463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00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min(x) / max(x)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32004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y máximo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630168"/>
            <a:ext cx="4846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63016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summary(x)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3630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completo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059936"/>
            <a:ext cx="4846320" cy="411480"/>
          </a:xfrm>
          <a:prstGeom prst="rect">
            <a:avLst/>
          </a:prstGeom>
          <a:solidFill>
            <a:srgbClr val="F4F6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0599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quantile(x, p)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743200" y="40599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Cuantiles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20040" y="4489704"/>
            <a:ext cx="4846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448970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cor(x, y)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448970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1051560"/>
            <a:ext cx="3337560" cy="23774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23560" y="11430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D5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c(4, 7, 2, 9, 5, 6)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23560" y="14173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623560" y="16916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mean(x)    # → 5.5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23560" y="19659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sd(x)      # → 2.43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23560" y="22402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summary(x)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23560" y="251460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Min. : 2.0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23560" y="27889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Median: 5.5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623560" y="306324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Max.  : 9.0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0" y="3657600"/>
            <a:ext cx="3337560" cy="1188720"/>
          </a:xfrm>
          <a:prstGeom prst="rect">
            <a:avLst/>
          </a:prstGeom>
          <a:solidFill>
            <a:srgbClr val="CADCFC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23560" y="370332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Usa na.rm=TRUE para ignorar valores perdidos (NA) en los cálculos.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y Escritura de Datos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1920240" cy="50292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 datos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240280" y="1051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468880" y="1051560"/>
            <a:ext cx="1920240" cy="50292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y limpiar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051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17720" y="1051560"/>
            <a:ext cx="1920240" cy="50292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1051560"/>
            <a:ext cx="228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66560" y="1051560"/>
            <a:ext cx="1920240" cy="502920"/>
          </a:xfrm>
          <a:prstGeom prst="rect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0515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resultados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004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" y="2148840"/>
            <a:ext cx="4114800" cy="26060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Texto / CSV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2633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&lt;- read.table("archivo.txt", header=TRUE, sep=",")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0266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&lt;- read.csv2("datos.csv")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4198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13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Valores perdidos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datos &lt;- read.table("f.txt", na.strings="-9999")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17373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09160" y="2148840"/>
            <a:ext cx="4114800" cy="26060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240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Guardar como texto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26334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write.table(df, "salida.txt",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02666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sep=",", row.names=FALSE)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34198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81304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CB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Guardar como CSV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write.csv2(df, "salida.csv")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en 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65760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install.packages("nombre")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65760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74320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library(nombre)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657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1051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74320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4173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?funcion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21031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Paquetes esenciales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20040" y="256032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60320"/>
            <a:ext cx="54864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ggplot2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99923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avanzada de datos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46120" y="256032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2560320"/>
            <a:ext cx="54864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dplyr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383280" y="299923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Manipulación y transformación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256032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2560320"/>
            <a:ext cx="54864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6060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tidyr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309360" y="299923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(tidy) de datos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20040" y="36118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611880"/>
            <a:ext cx="54864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40507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Importación rápida de archivos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246120" y="36118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611880"/>
            <a:ext cx="54864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8328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lubridate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83280" y="40507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fechas y tiempos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172200" y="36118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172200" y="3611880"/>
            <a:ext cx="54864" cy="9144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caret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309360" y="405079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y modelado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686800" y="48463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2E4A8E"/>
          </a:solidFill>
          <a:ln w="12700">
            <a:solidFill>
              <a:srgbClr val="2E4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es una herramienta libre y potente para estadística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801368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01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77393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distintos tipos de datos: vectores, matrices y data frames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59736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59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43230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Dispone de cientos de funciones estadísticas integradas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3118104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181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0906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de paquetes (CRAN) extiende enormemente sus capacidades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76472"/>
            <a:ext cx="292608" cy="292608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76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3749040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RStudio facilita el trabajo con proyectos reproducibles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572000"/>
            <a:ext cx="84124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¡A practicar con R!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subject>PptxGenJS Presentation</dc:subject>
  <dc:creator>Profesor de Tecnología</dc:creator>
  <cp:lastModifiedBy>Profesor de Tecnología</cp:lastModifiedBy>
  <cp:revision>1</cp:revision>
  <dcterms:created xsi:type="dcterms:W3CDTF">2026-03-07T00:10:01Z</dcterms:created>
  <dcterms:modified xsi:type="dcterms:W3CDTF">2026-03-07T00:10:01Z</dcterms:modified>
</cp:coreProperties>
</file>